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869680" y="-1280160"/>
            <a:ext cx="4114800" cy="4114800"/>
          </a:xfrm>
          <a:prstGeom prst="roundRect">
            <a:avLst>
              <a:gd name="adj" fmla="val 22222"/>
            </a:avLst>
          </a:prstGeom>
          <a:solidFill>
            <a:srgbClr val="7C3A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875520" y="4023360"/>
            <a:ext cx="3108960" cy="3108960"/>
          </a:xfrm>
          <a:prstGeom prst="roundRect">
            <a:avLst>
              <a:gd name="adj" fmla="val 23529"/>
            </a:avLst>
          </a:prstGeom>
          <a:solidFill>
            <a:srgbClr val="9B6CFF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697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548640" y="3657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el código en un mapa que cualquiera entiende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66928" y="4434840"/>
            <a:ext cx="201168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663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Síntesis · DAW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Izan Mendoza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Entender una app nueva cuesta días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031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B6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líneas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repartidas en cientos de archivos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aportar algo, primero tienes que reconstruir el mapa mental de toda la aplicación.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51383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157984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5275" y="2348179"/>
            <a:ext cx="351130" cy="3511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69480" y="2075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trabajador nuevo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69480" y="24414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pasa los primeros días solo leyendo código para saber cómo encaja todo.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26480" y="3337560"/>
            <a:ext cx="551383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3621024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275" y="3811219"/>
            <a:ext cx="351130" cy="35113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3538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Buscar antes de tocar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269480" y="39044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obliga a entender primero qué hace el código de alrededor.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126480" y="4800600"/>
            <a:ext cx="551383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55080" y="5084064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275" y="5274259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69480" y="5001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Tiempo perdido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269480" y="53675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lectura antes de poder ser productivo de verdad.</a:t>
            </a:r>
            <a:endParaRPr lang="en-US" sz="12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mantener los diagramas, otra vez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existen formatos para dibujar una app. El problema no es dibujarla — es mantenerla al día.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51460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72857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actualizan a mano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diagrama lo mantienes por separado. Es tedioso y se olvida.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25112" y="21945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51460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122" y="272857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Quedan desfasados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45152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cuanto el código cambia, dejan de ser fiables.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01584" y="21945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21624" y="251460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594" y="272857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21624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Están dispersos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21624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en una herramienta, casos de uso en otra, flujos en otra.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4800600"/>
            <a:ext cx="11094415" cy="1325880"/>
          </a:xfrm>
          <a:prstGeom prst="roundRect">
            <a:avLst>
              <a:gd name="adj" fmla="val 6897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68680" y="5074920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5277002"/>
            <a:ext cx="373075" cy="3730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28800" y="49377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de CodeAtlas: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origen de verdad → todos los diagramas salen de ahí, siempre sincronizados y centralizados en una sola herramienta.</a:t>
            </a:r>
            <a:endParaRPr lang="en-US" sz="15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dónde viene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2624328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1330" y="2838298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código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0480" y="3246120"/>
            <a:ext cx="54864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480560" y="23317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624328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50" y="2838298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Inteligencia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772400" y="3246120"/>
            <a:ext cx="54864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412480" y="23317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0" y="2624328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170" y="2838298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Esquema visual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48640" y="461772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 buenísima traduciendo lenguaje humano ↔ lenguaje de máquina.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analizar una app y convertirla a un formato concreto que una herramienta sepa leer y dibujar.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589520" y="4572000"/>
            <a:ext cx="4050792" cy="1417320"/>
          </a:xfrm>
          <a:prstGeom prst="roundRect">
            <a:avLst>
              <a:gd name="adj" fmla="val 6452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63840" y="4864608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922" y="5066690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78240" y="461772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estrella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un trabajador nuevo entienda la app en minutos, no en días.</a:t>
            </a:r>
            <a:endParaRPr lang="en-US" sz="12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solo para entenderla entera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4884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3865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Visión global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 un vistazo cómo está montada toda la aplicación: módulos, pantallas, base de datos y flujos.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incorporarse a un proyecto.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45352" y="17830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11112" y="214884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865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08392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Día a día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611112" y="32461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tocar el código, miras en el diagrama cómo funcionan justo los archivos que vas a modificar y cómo se conectan.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611112" y="4983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sigues el mismo patrón del proyecto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nada de código que rompe la estructura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9B6C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6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VISIÓN A FUTURO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Programas como ahora; la documentación se actualiza sola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017520" cy="2011680"/>
          </a:xfrm>
          <a:prstGeom prst="roundRect">
            <a:avLst>
              <a:gd name="adj" fmla="val 4545"/>
            </a:avLst>
          </a:prstGeom>
          <a:solidFill>
            <a:srgbClr val="241738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3060" y="228600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8917" y="251185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 de IA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(p. ej. Claude Code)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0" y="2834640"/>
            <a:ext cx="548640" cy="0"/>
          </a:xfrm>
          <a:prstGeom prst="line">
            <a:avLst/>
          </a:prstGeom>
          <a:noFill/>
          <a:ln w="31750">
            <a:solidFill>
              <a:srgbClr val="9B6CF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657600" y="3200400"/>
            <a:ext cx="548640" cy="0"/>
          </a:xfrm>
          <a:prstGeom prst="line">
            <a:avLst/>
          </a:prstGeom>
          <a:noFill/>
          <a:ln w="31750">
            <a:solidFill>
              <a:srgbClr val="9B6CFF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297680" y="187452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12140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2287829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212140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Código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297680" y="315468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26280" y="340156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701" y="3567989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340156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Documentación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498080" y="3721608"/>
            <a:ext cx="64008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8229600" y="315468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241738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58200" y="3401568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621" y="3567989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34015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548640" y="457200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241738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4864608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5102352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965960" y="461772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clave: un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hace que cada vez que el agente escribe código,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 y actualice la documentación automáticamente.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 programador se olvida por completo de documentar — y el diagrama nunca se desincroniza.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HERRAMIENTA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hace CodeAtlas?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214884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217" y="237469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Subes una carpeta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archivos .md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40480" y="2743200"/>
            <a:ext cx="54864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480560" y="187452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14884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137" y="237469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interpreta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772400" y="2743200"/>
            <a:ext cx="54864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412480" y="187452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0" y="214884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057" y="237469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diagrama ves —y conectados entre sí—: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44348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709160"/>
            <a:ext cx="685800" cy="6858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488746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709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3355848" y="44348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4709160"/>
            <a:ext cx="685800" cy="6858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8476" y="48874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07408" y="4709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Pantallas</a:t>
            </a:r>
            <a:endParaRPr lang="en-US" sz="1450" dirty="0"/>
          </a:p>
        </p:txBody>
      </p:sp>
      <p:sp>
        <p:nvSpPr>
          <p:cNvPr id="28" name="Shape 21"/>
          <p:cNvSpPr/>
          <p:nvPr/>
        </p:nvSpPr>
        <p:spPr>
          <a:xfrm>
            <a:off x="6163056" y="44348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37376" y="4709160"/>
            <a:ext cx="685800" cy="6858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488746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14616" y="4709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datos</a:t>
            </a:r>
            <a:endParaRPr lang="en-US" sz="1450" dirty="0"/>
          </a:p>
        </p:txBody>
      </p:sp>
      <p:sp>
        <p:nvSpPr>
          <p:cNvPr id="32" name="Shape 24"/>
          <p:cNvSpPr/>
          <p:nvPr/>
        </p:nvSpPr>
        <p:spPr>
          <a:xfrm>
            <a:off x="8970264" y="443484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9244584" y="4709160"/>
            <a:ext cx="685800" cy="6858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2892" y="4887468"/>
            <a:ext cx="329184" cy="32918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021824" y="4709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Flujos</a:t>
            </a:r>
            <a:endParaRPr lang="en-US" sz="14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38" name="Text 28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Lenguajes y por qué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594360" cy="594360"/>
          </a:xfrm>
          <a:prstGeom prst="roundRect">
            <a:avLst>
              <a:gd name="adj" fmla="val 26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9833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91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lenguaje de punta a punta: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pPr indent="0" marL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son las tecnologías que mejor conozco.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108960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42B883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33110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60120" y="41148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(estado) · Vue Router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Flow — el lienzo de nodos y conexiones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45352" y="278892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65392" y="3108960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539E43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474" y="33110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25512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656832" y="41148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— API REST modular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base de datos relacional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— integración de IA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 modular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área funcional vive en su propia carpeta — mismo patrón en todos los módulos.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1C1430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037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22037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2037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41448"/>
            <a:ext cx="49926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src/modules/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auth/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auth.routes.js       // endpoints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auth.controller.js   // capa HTTP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auth.service.js      // lógica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auth.repository.js   // BD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projects/  diagrams/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parser/  settings/  bot/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4892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 ·  routes → controller → service → repository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205740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1C1430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9944" y="22037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56248" y="22037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2552" y="22037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441448"/>
            <a:ext cx="49926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src/modules/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auth/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views/        // pantallas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components/   // piezas UI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services/     // llamadas API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stores/       // estado Pinia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dashboard/  projects/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diagrams/  settings/  bot/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36792" y="4892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 ·  views → components → services → stores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5468112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5610758"/>
            <a:ext cx="263347" cy="26334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0876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entender, mantener y ampliar: una funcionalidad nueva = una carpeta más con el mismo molde.</a:t>
            </a:r>
            <a:endParaRPr lang="en-US" sz="13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datos · MySQL · 6 tablas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11296" cy="130302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3511296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91056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002536"/>
            <a:ext cx="3255264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 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UQ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040380"/>
            <a:ext cx="351129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040380"/>
            <a:ext cx="3511296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05866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bot_sessions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3470148"/>
            <a:ext cx="32552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 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 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history_json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longtext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39742" y="1572768"/>
            <a:ext cx="351129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9742" y="1572768"/>
            <a:ext cx="3511296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04334" y="1591056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04334" y="2002536"/>
            <a:ext cx="32552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 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 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last_update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39742" y="3200400"/>
            <a:ext cx="351129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39742" y="3200400"/>
            <a:ext cx="3511296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504334" y="321868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bot_files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04334" y="3630168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 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FK·PK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longtext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0845" y="1572768"/>
            <a:ext cx="3511296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0845" y="1572768"/>
            <a:ext cx="3511296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8295437" y="1591056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95437" y="2002536"/>
            <a:ext cx="325526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 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 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project_id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 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model_json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longtext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layout_json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longtext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count_modules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smallint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count_screens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smallint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count_tables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smallint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count_flows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smallint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30845" y="4160520"/>
            <a:ext cx="35112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0845" y="4160520"/>
            <a:ext cx="3511296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8295437" y="417880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user_settings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95437" y="4590288"/>
            <a:ext cx="3255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 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8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230368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6384" y="534924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5468112"/>
            <a:ext cx="219456" cy="21945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63040" y="5230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1—1 user_settings · users 1—N projects 1—N diagrams · users 1—N bot_sessions 1—N bot_files. 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en cascada · toda consulta filtra por user_id.</a:t>
            </a:r>
            <a:endParaRPr lang="en-US" sz="125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CORAZÓN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formato .md que interpreta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C1430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29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929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929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67128"/>
            <a:ext cx="50840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app-doc/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01-modules.md       índice de módulos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modules/backend/    módulos backend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modules/frontend/   módulos frontend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screens/            pantallas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flows/              flujos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database/           tablas (DBML)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05-system-rules.md  reglas globales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tipos de archivo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3957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archivo describe una pieza de la app y se convierte en un nodo del diagrama.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3154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tiene un ID único; los demás archivos lo referencian por ese ID.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4023360"/>
            <a:ext cx="2587752" cy="2057400"/>
          </a:xfrm>
          <a:prstGeom prst="roundRect">
            <a:avLst>
              <a:gd name="adj" fmla="val 4444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425196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8661" y="441838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9224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Frontmatter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52852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BD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+ referencias (IDs) → las flechas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034272" y="4023360"/>
            <a:ext cx="2587752" cy="2057400"/>
          </a:xfrm>
          <a:prstGeom prst="roundRect">
            <a:avLst>
              <a:gd name="adj" fmla="val 4444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62872" y="425196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293" y="4418381"/>
            <a:ext cx="307238" cy="30723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262872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Secciones ##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9262872" y="52852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BD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que se ve al hacer clic en el nodo</a:t>
            </a:r>
            <a:endParaRPr lang="en-US" sz="11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CORAZÓN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Anatomía de un archivo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583680" cy="4343400"/>
          </a:xfrm>
          <a:prstGeom prst="roundRect">
            <a:avLst>
              <a:gd name="adj" fmla="val 1684"/>
            </a:avLst>
          </a:prstGeom>
          <a:solidFill>
            <a:srgbClr val="1C1430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29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929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929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67128"/>
            <a:ext cx="618134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A7D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module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layer: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backend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auth-backend        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identificador único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Autenticación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database: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[users]       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flecha hacia la tabla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[POST /auth/login]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depends-on: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          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flechas a otros módulos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A7D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Purpose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Gestiona identidad, sesiones y acceso.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Functions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login(email, password)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validateSession(token)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60920" y="1783080"/>
            <a:ext cx="4279392" cy="2057400"/>
          </a:xfrm>
          <a:prstGeom prst="roundRect">
            <a:avLst>
              <a:gd name="adj" fmla="val 4444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07808" y="2029968"/>
            <a:ext cx="685800" cy="6858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116" y="2208276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5820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Frontmatter = conexiones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07808" y="2834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campos con IDs (database, depends-on…) le dicen al parser con qué conectar este nodo. Eso son las flechas del diagrama.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60920" y="4023360"/>
            <a:ext cx="4279392" cy="2057400"/>
          </a:xfrm>
          <a:prstGeom prst="roundRect">
            <a:avLst>
              <a:gd name="adj" fmla="val 4444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07808" y="4270248"/>
            <a:ext cx="685800" cy="685800"/>
          </a:xfrm>
          <a:prstGeom prst="roundRect">
            <a:avLst>
              <a:gd name="adj" fmla="val 26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116" y="4448556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458200" y="4343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Secciones = contenido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607808" y="5074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Purpose, ## Functions… es lo que se muestra en el panel de detalle al pulsar el nodo.</a:t>
            </a:r>
            <a:endParaRPr lang="en-US" sz="13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CORAZÓN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mismo formato, otras piezas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C1430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6537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86537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6537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03120"/>
            <a:ext cx="5084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7D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type: modules-index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backend: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[auth-backend, ...]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frontend: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[auth-frontend, ...] ---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Overview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Módulos por responsabilidad...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511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Índice de módulos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5352" y="1719072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C1430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9944" y="186537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6248" y="186537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02552" y="186537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103120"/>
            <a:ext cx="5084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7D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type: screen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login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module: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auth-frontend 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su módulo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requires-auth: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false ---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Elements  / ## Actions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6792" y="3511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41648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C1430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41879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" y="41879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41879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425696"/>
            <a:ext cx="5084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7D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type: module · layer: frontend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auth-frontend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screens: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[login, register] 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pantallas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consumes-api: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[auth-backend] ---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State  / ## Functions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5833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de frontend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45352" y="4041648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C1430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9944" y="41879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6248" y="41879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6702552" y="41879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4425696"/>
            <a:ext cx="5084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7D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type: entity · id: users ---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Table  ```dbml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users { id pk, email, ... }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Ref: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users.id &lt; projects.user_id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7D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36792" y="5833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de base de datos (DBML)</a:t>
            </a:r>
            <a:endParaRPr lang="en-US" sz="11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CORAZÓN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flujo: texto que se vuelve recorrido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00800" cy="3657600"/>
          </a:xfrm>
          <a:prstGeom prst="roundRect">
            <a:avLst>
              <a:gd name="adj" fmla="val 2000"/>
            </a:avLst>
          </a:prstGeom>
          <a:solidFill>
            <a:srgbClr val="1C1430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29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929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929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67128"/>
            <a:ext cx="59984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A7D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type: flow · id: user-login ---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B7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Steps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[screen:login] Rellena el formulario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[frontend:auth-frontend/Login.vue]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 y llama a POST /auth/login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[backend:auth-backend/.../login]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9C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comprueba credenciales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[database:users] consulta el usuario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[screen:dashboard] guarda token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532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paso lleva un prefijo  [capa:módulo/archivo/función]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1783080"/>
            <a:ext cx="3931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18120" y="188366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2" y="2002536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412480" y="17830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46720" y="2441448"/>
            <a:ext cx="0" cy="237744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680960" y="2679192"/>
            <a:ext cx="3931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818120" y="277977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42B883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2898648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412480" y="26791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046720" y="3337560"/>
            <a:ext cx="0" cy="237744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7680960" y="3575304"/>
            <a:ext cx="3931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818120" y="367588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5B21B6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3794760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12480" y="357530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046720" y="4233672"/>
            <a:ext cx="0" cy="237744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7680960" y="4471416"/>
            <a:ext cx="3931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818120" y="457200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469087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412480" y="447141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8046720" y="5129784"/>
            <a:ext cx="0" cy="237744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7680960" y="5367528"/>
            <a:ext cx="3931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818120" y="5468112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5586984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412480" y="53675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</a:t>
            </a:r>
            <a:endParaRPr lang="en-US" sz="14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9B6C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6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SE TRANSFORMA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pipeline del parser: de texto a diagrama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962851" cy="2377440"/>
          </a:xfrm>
          <a:prstGeom prst="roundRect">
            <a:avLst>
              <a:gd name="adj" fmla="val 4659"/>
            </a:avLst>
          </a:prstGeom>
          <a:solidFill>
            <a:srgbClr val="241738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8586" y="2487168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555" y="2701138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322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6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347472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17799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+ secciones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48067" y="3383280"/>
            <a:ext cx="246888" cy="0"/>
          </a:xfrm>
          <a:prstGeom prst="line">
            <a:avLst/>
          </a:prstGeom>
          <a:noFill/>
          <a:ln w="31750">
            <a:solidFill>
              <a:srgbClr val="9B6CF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31531" y="2194560"/>
            <a:ext cx="1962851" cy="2377440"/>
          </a:xfrm>
          <a:prstGeom prst="roundRect">
            <a:avLst>
              <a:gd name="adj" fmla="val 4659"/>
            </a:avLst>
          </a:prstGeom>
          <a:solidFill>
            <a:srgbClr val="241738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01477" y="2487168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446" y="2701138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96123" y="2322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6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831531" y="347472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922971" y="3886200"/>
            <a:ext cx="17799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obligatorios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830958" y="3383280"/>
            <a:ext cx="246888" cy="0"/>
          </a:xfrm>
          <a:prstGeom prst="line">
            <a:avLst/>
          </a:prstGeom>
          <a:noFill/>
          <a:ln w="31750">
            <a:solidFill>
              <a:srgbClr val="9B6CF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114422" y="2194560"/>
            <a:ext cx="1962851" cy="2377440"/>
          </a:xfrm>
          <a:prstGeom prst="roundRect">
            <a:avLst>
              <a:gd name="adj" fmla="val 4659"/>
            </a:avLst>
          </a:prstGeom>
          <a:solidFill>
            <a:srgbClr val="241738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684368" y="2487168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2701138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79014" y="2322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6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114422" y="347472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205862" y="3886200"/>
            <a:ext cx="17799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unificado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113849" y="3383280"/>
            <a:ext cx="246888" cy="0"/>
          </a:xfrm>
          <a:prstGeom prst="line">
            <a:avLst/>
          </a:prstGeom>
          <a:noFill/>
          <a:ln w="31750">
            <a:solidFill>
              <a:srgbClr val="9B6CFF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7397313" y="2194560"/>
            <a:ext cx="1962851" cy="2377440"/>
          </a:xfrm>
          <a:prstGeom prst="roundRect">
            <a:avLst>
              <a:gd name="adj" fmla="val 4659"/>
            </a:avLst>
          </a:prstGeom>
          <a:solidFill>
            <a:srgbClr val="241738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967259" y="2487168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228" y="2701138"/>
            <a:ext cx="395021" cy="39502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61905" y="2322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6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397313" y="347472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Resolver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488753" y="3886200"/>
            <a:ext cx="17799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(IDs)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9396740" y="3383280"/>
            <a:ext cx="246888" cy="0"/>
          </a:xfrm>
          <a:prstGeom prst="line">
            <a:avLst/>
          </a:prstGeom>
          <a:noFill/>
          <a:ln w="31750">
            <a:solidFill>
              <a:srgbClr val="9B6CFF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9680204" y="2194560"/>
            <a:ext cx="1962851" cy="2377440"/>
          </a:xfrm>
          <a:prstGeom prst="roundRect">
            <a:avLst>
              <a:gd name="adj" fmla="val 4659"/>
            </a:avLst>
          </a:prstGeom>
          <a:solidFill>
            <a:srgbClr val="241738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250150" y="2487168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4119" y="2701138"/>
            <a:ext cx="395021" cy="39502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844796" y="23225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6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9680204" y="347472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9771644" y="3886200"/>
            <a:ext cx="17799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de nodos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548640" y="489204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22960" y="5029200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136" y="5200376"/>
            <a:ext cx="316017" cy="316017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645920" y="48920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un JSON </a:t>
            </a:r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frontend dibuja con Vue Flow. Modelo y posiciones se guardan, así reabres el diagrama tal cual lo dejaste.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DE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asistente que escribe el formato por ti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340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488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describes tu app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lenguaje natural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29184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y mantiene historial por sesión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los .md con el formato correcto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cada archivo antes de guardarlo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descargas como un .zip listo para usar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45352" y="17830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5392" y="210312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4285F4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3408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895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Flash / Flash-lite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656832" y="32461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 el modelo según velocidad o cuota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agota la cuota, te ofrece cambiar de modelo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key vive solo en el servidor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el requisito de integrar IA del ciclo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656832" y="5440680"/>
            <a:ext cx="4663440" cy="18288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17" name="Text 13"/>
          <p:cNvSpPr/>
          <p:nvPr/>
        </p:nvSpPr>
        <p:spPr>
          <a:xfrm>
            <a:off x="6656832" y="5532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círculo: la IA produce el formato → CodeAtlas lo dibuja.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ROBUSTEZ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4884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3865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121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65960" y="2606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firmado que caduca; se envía en cada petición.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53912" y="18288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14884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3865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71232" y="2121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bcrypt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71232" y="2606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contraseñas nunca se guardan en texto plano.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25196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4897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42245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Aislamiento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965960" y="4709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consulta filtra por user_id: nadie ve datos de otro.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53912" y="39319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3952" y="425196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448970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71232" y="42245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Validación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571232" y="4709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validadas y consultas parametrizadas (anti SQL-injection).</a:t>
            </a:r>
            <a:endParaRPr lang="en-US" sz="13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ROBUSTEZ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Desplegada en producción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6786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5372" y="242316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116" y="26609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47472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contenerizada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134792" y="3337560"/>
            <a:ext cx="237744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90824" y="2103120"/>
            <a:ext cx="256786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17556" y="242316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00" y="266090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90824" y="347472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482264" y="388620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Orquestada en el clúster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76976" y="3337560"/>
            <a:ext cx="237744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233008" y="2103120"/>
            <a:ext cx="256786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59740" y="242316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484" y="266090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33008" y="347472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324448" y="388620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interno del instituto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819159" y="3337560"/>
            <a:ext cx="237744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9075191" y="2103120"/>
            <a:ext cx="2567864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01923" y="2423160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9667" y="266090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75191" y="347472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 interna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166631" y="388620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en la red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93776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171029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22960" y="507492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524134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45920" y="4937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el requisito del ciclo: app web funcional, desplegada (sin FTP) y con frontend/backend separados.</a:t>
            </a:r>
            <a:endParaRPr lang="en-US" sz="14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93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HACIA DÓNDE VA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75688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265883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0299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Analizar apps existentes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28800" y="24505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el diagrama directamente desde el código ya escrito (application-diagram).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227832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474720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" y="36649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4290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Código alineado con el diagrama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828800" y="384962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escribe código y documentación sincronizados, sin esfuerzo extra.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4626864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873752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5063947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828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Trabajo en equipo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828800" y="52486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y diagramas compartidos dentro de la herramienta.</a:t>
            </a:r>
            <a:endParaRPr lang="en-US" sz="13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295" y="638251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533327" y="6373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CodeAtlas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548640" y="6373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869680" y="-1280160"/>
            <a:ext cx="4114800" cy="4114800"/>
          </a:xfrm>
          <a:prstGeom prst="roundRect">
            <a:avLst>
              <a:gd name="adj" fmla="val 22222"/>
            </a:avLst>
          </a:prstGeom>
          <a:solidFill>
            <a:srgbClr val="7C3AED">
              <a:alpha val="14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¿Pasamos a la demo?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lo enseño funcionando en tiempo real.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48640" y="4663440"/>
            <a:ext cx="640080" cy="6400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033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4829861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4663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CodeAtlas  ·  Izan Mendoza  ·  Gracias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CodeAtlas — Proyecto de Síntesis DAW</dc:title>
  <dc:subject>PptxGenJS Presentation</dc:subject>
  <dc:creator>Izan Mendoza</dc:creator>
  <cp:lastModifiedBy>Izan Mendoza</cp:lastModifiedBy>
  <cp:revision>1</cp:revision>
  <dcterms:created xsi:type="dcterms:W3CDTF">2026-05-25T10:02:37Z</dcterms:created>
  <dcterms:modified xsi:type="dcterms:W3CDTF">2026-05-25T10:02:37Z</dcterms:modified>
</cp:coreProperties>
</file>